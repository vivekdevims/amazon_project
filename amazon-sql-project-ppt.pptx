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2" r:id="rId3"/>
    <p:sldId id="259" r:id="rId4"/>
    <p:sldId id="271" r:id="rId5"/>
    <p:sldId id="258" r:id="rId6"/>
    <p:sldId id="275" r:id="rId7"/>
    <p:sldId id="276" r:id="rId8"/>
    <p:sldId id="274" r:id="rId9"/>
    <p:sldId id="257" r:id="rId10"/>
    <p:sldId id="262" r:id="rId11"/>
    <p:sldId id="263" r:id="rId12"/>
    <p:sldId id="268" r:id="rId13"/>
    <p:sldId id="269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70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02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52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68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647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101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2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06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523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96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632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2531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276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05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511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70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945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263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856058" y="3831046"/>
            <a:ext cx="7429500" cy="1477963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ANALYSIS</a:t>
            </a:r>
            <a:endParaRPr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C098D32-C29E-3800-371E-8845763E69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331" y="2596886"/>
            <a:ext cx="4888955" cy="147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6E896-0707-79D7-E303-22A37FC4C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3FC9D-922B-1C70-7379-54879D6AF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250000"/>
              </a:lnSpc>
              <a:buNone/>
            </a:pPr>
            <a:r>
              <a:rPr lang="en-IN" sz="32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Vivek Chaudhary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32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Prerit</a:t>
            </a:r>
          </a:p>
          <a:p>
            <a:pPr marL="0" indent="0" algn="ctr">
              <a:lnSpc>
                <a:spcPct val="250000"/>
              </a:lnSpc>
              <a:buNone/>
            </a:pPr>
            <a:r>
              <a:rPr lang="en-IN" sz="32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Arnav Bansal</a:t>
            </a:r>
          </a:p>
          <a:p>
            <a:endParaRPr lang="en-IN" dirty="0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8283F09C-BA6A-5E20-1DB7-538AC6771970}"/>
              </a:ext>
            </a:extLst>
          </p:cNvPr>
          <p:cNvSpPr/>
          <p:nvPr/>
        </p:nvSpPr>
        <p:spPr>
          <a:xfrm>
            <a:off x="4463592" y="1753386"/>
            <a:ext cx="216816" cy="6881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401591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0"/>
            <a:ext cx="7429499" cy="1478570"/>
          </a:xfrm>
        </p:spPr>
        <p:txBody>
          <a:bodyPr/>
          <a:lstStyle/>
          <a:p>
            <a:pPr algn="ctr"/>
            <a:r>
              <a:rPr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784A64-820C-50BF-1241-DB74FD139B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7462" y="1229360"/>
            <a:ext cx="7306693" cy="466653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33CC5F-B42B-A518-AF8F-910944413431}"/>
              </a:ext>
            </a:extLst>
          </p:cNvPr>
          <p:cNvSpPr txBox="1"/>
          <p:nvPr/>
        </p:nvSpPr>
        <p:spPr>
          <a:xfrm>
            <a:off x="2762328" y="6080556"/>
            <a:ext cx="361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Entity-Relationship Diagram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C5448F-38FE-A890-8FDA-E1E9CD80F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995591"/>
            <a:ext cx="7429499" cy="147857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D7C6CE-6E03-D314-FA70-EFD62C20B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060" y="2627722"/>
            <a:ext cx="7429499" cy="3541714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Analyzed a dataset of over 20,000 sales records from an Amazon dataset(9 Tables) using MySQL. This project involved extensive querying to understand customer behavior, product performance and sales trends. </a:t>
            </a:r>
            <a:endParaRPr lang="en-US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5630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</a:rPr>
              <a:t>The primary objective of this project is to showcase SQL proficiency through complex queries that address real-world e-commerce business challenges. The analysis covers various aspects of e-commerce operations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F7233D-3029-527C-AA13-DE5358227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selling product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8772C3-6F67-081E-1684-FA06CFDC1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60" y="2244685"/>
            <a:ext cx="7429499" cy="399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2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03457-865E-1906-8C90-E6ED4E91E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Product return distribution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D0CB89-8667-3337-95D7-22C79F153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69" y="2294376"/>
            <a:ext cx="7650480" cy="342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9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838DB5-D75C-EF26-E55D-BF3C767A1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73" y="1613199"/>
            <a:ext cx="7447175" cy="4430339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6B17305-0B31-B386-878C-72E4AC28A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060" y="288580"/>
            <a:ext cx="7429499" cy="1478570"/>
          </a:xfrm>
        </p:spPr>
        <p:txBody>
          <a:bodyPr>
            <a:normAutofit/>
          </a:bodyPr>
          <a:lstStyle/>
          <a:p>
            <a:pPr algn="ctr"/>
            <a:r>
              <a:rPr lang="en-I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Revenue Distribution</a:t>
            </a:r>
            <a:br>
              <a:rPr lang="en-I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I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 product categories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780A69-0CBF-FBE0-6CF5-36E5233D8E7D}"/>
              </a:ext>
            </a:extLst>
          </p:cNvPr>
          <p:cNvSpPr txBox="1"/>
          <p:nvPr/>
        </p:nvSpPr>
        <p:spPr>
          <a:xfrm>
            <a:off x="3716700" y="6200088"/>
            <a:ext cx="1823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Built with Excel</a:t>
            </a:r>
          </a:p>
        </p:txBody>
      </p:sp>
    </p:spTree>
    <p:extLst>
      <p:ext uri="{BB962C8B-B14F-4D97-AF65-F5344CB8AC3E}">
        <p14:creationId xmlns:p14="http://schemas.microsoft.com/office/powerpoint/2010/main" val="178413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INSIGHTS</a:t>
            </a:r>
            <a:endParaRPr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Category with highest Revenue</a:t>
            </a:r>
          </a:p>
          <a:p>
            <a:pPr marL="0" indent="0">
              <a:buNone/>
            </a:pPr>
            <a:r>
              <a:rPr lang="en-IN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#1 Selling Product</a:t>
            </a:r>
          </a:p>
          <a:p>
            <a:pPr marL="0" indent="0">
              <a:buNone/>
            </a:pPr>
            <a:endParaRPr lang="en-IN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Most returned Product</a:t>
            </a:r>
          </a:p>
          <a:p>
            <a:pPr marL="0" indent="0">
              <a:buNone/>
            </a:pPr>
            <a:endParaRPr lang="en-IN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Category with Lowest Revenue</a:t>
            </a:r>
          </a:p>
          <a:p>
            <a:pPr marL="0" indent="0">
              <a:buNone/>
            </a:pPr>
            <a:endParaRPr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C57F0775-B12B-5A06-7786-FAC857C0208F}"/>
              </a:ext>
            </a:extLst>
          </p:cNvPr>
          <p:cNvCxnSpPr/>
          <p:nvPr/>
        </p:nvCxnSpPr>
        <p:spPr>
          <a:xfrm>
            <a:off x="4795520" y="2553499"/>
            <a:ext cx="914400" cy="6197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FF892E0-8187-6F07-C71E-A31CE98A0C0B}"/>
              </a:ext>
            </a:extLst>
          </p:cNvPr>
          <p:cNvSpPr txBox="1"/>
          <p:nvPr/>
        </p:nvSpPr>
        <p:spPr>
          <a:xfrm>
            <a:off x="5765720" y="2905780"/>
            <a:ext cx="2026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Electronics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2DFE7B8-2CDC-4443-9487-690A454FDDD0}"/>
              </a:ext>
            </a:extLst>
          </p:cNvPr>
          <p:cNvCxnSpPr/>
          <p:nvPr/>
        </p:nvCxnSpPr>
        <p:spPr>
          <a:xfrm>
            <a:off x="3360420" y="3119120"/>
            <a:ext cx="914400" cy="6197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853D379-8C36-47CA-610B-FE7E911D2585}"/>
              </a:ext>
            </a:extLst>
          </p:cNvPr>
          <p:cNvSpPr txBox="1"/>
          <p:nvPr/>
        </p:nvSpPr>
        <p:spPr>
          <a:xfrm>
            <a:off x="4323080" y="3477270"/>
            <a:ext cx="2456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Apple iMac Pro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B321E882-FF4E-78FB-F444-9F8FA97BA095}"/>
              </a:ext>
            </a:extLst>
          </p:cNvPr>
          <p:cNvCxnSpPr/>
          <p:nvPr/>
        </p:nvCxnSpPr>
        <p:spPr>
          <a:xfrm>
            <a:off x="3746500" y="4257040"/>
            <a:ext cx="914400" cy="6197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1085193-F8D7-00E7-45B1-BAF74DA7E098}"/>
              </a:ext>
            </a:extLst>
          </p:cNvPr>
          <p:cNvSpPr txBox="1"/>
          <p:nvPr/>
        </p:nvSpPr>
        <p:spPr>
          <a:xfrm>
            <a:off x="4759880" y="4602480"/>
            <a:ext cx="3032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Apple iMac 24-inch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B8FFF71F-A414-7683-3DBF-B20F0F95F4F8}"/>
              </a:ext>
            </a:extLst>
          </p:cNvPr>
          <p:cNvCxnSpPr/>
          <p:nvPr/>
        </p:nvCxnSpPr>
        <p:spPr>
          <a:xfrm>
            <a:off x="4795520" y="5417810"/>
            <a:ext cx="914400" cy="61976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4F6218C-61B2-03C8-C8E7-581BDFCD24E7}"/>
              </a:ext>
            </a:extLst>
          </p:cNvPr>
          <p:cNvSpPr txBox="1"/>
          <p:nvPr/>
        </p:nvSpPr>
        <p:spPr>
          <a:xfrm>
            <a:off x="5709920" y="5727690"/>
            <a:ext cx="2669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Home &amp; Clothing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Tools &amp; Technologies</a:t>
            </a:r>
          </a:p>
        </p:txBody>
      </p:sp>
      <p:pic>
        <p:nvPicPr>
          <p:cNvPr id="2058" name="Picture 10" descr="Mysql Logo, No Background, Vector Free PNG">
            <a:extLst>
              <a:ext uri="{FF2B5EF4-FFF2-40B4-BE49-F238E27FC236}">
                <a16:creationId xmlns:a16="http://schemas.microsoft.com/office/drawing/2014/main" id="{BA781EE7-5A9E-2E4F-E4BE-86EFB72C9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213" y="1008380"/>
            <a:ext cx="4629573" cy="3472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Github Logo - Free social media icons">
            <a:extLst>
              <a:ext uri="{FF2B5EF4-FFF2-40B4-BE49-F238E27FC236}">
                <a16:creationId xmlns:a16="http://schemas.microsoft.com/office/drawing/2014/main" id="{64962097-B2D6-0633-5153-D3AAA86FF0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880" y="3784600"/>
            <a:ext cx="2032000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Microsoft Excel icon design on transparent background PNG | SimilarPNG">
            <a:extLst>
              <a:ext uri="{FF2B5EF4-FFF2-40B4-BE49-F238E27FC236}">
                <a16:creationId xmlns:a16="http://schemas.microsoft.com/office/drawing/2014/main" id="{0616C1A6-76A4-31D5-2D0A-A5520699B9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669" y="3429000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Joins</a:t>
            </a:r>
          </a:p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Aggregations</a:t>
            </a:r>
          </a:p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CASE</a:t>
            </a:r>
          </a:p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Subqueries</a:t>
            </a:r>
          </a:p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Window Functions</a:t>
            </a:r>
          </a:p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Indexes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Null handling</a:t>
            </a:r>
          </a:p>
          <a:p>
            <a:pPr marL="0" indent="0" algn="ctr">
              <a:buNone/>
            </a:pPr>
            <a:r>
              <a:rPr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FK conflicts</a:t>
            </a:r>
          </a:p>
          <a:p>
            <a:pPr marL="0" indent="0" algn="ctr">
              <a:buNone/>
            </a:pPr>
            <a:r>
              <a:rPr lang="en-I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Column name error</a:t>
            </a:r>
            <a:endParaRPr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SQL helped transform raw data into business insights.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A936-58A5-924A-666F-41DFD8EC8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363995"/>
            <a:ext cx="7429499" cy="1478570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Efforts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348D7D1-63A2-DA44-5618-5C6E4CC92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98" y="1738871"/>
            <a:ext cx="3759178" cy="23240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8C25BA-4228-C589-5317-E20E4125A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826" y="3584118"/>
            <a:ext cx="3759178" cy="260746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21FA96-06E3-B0CE-25AC-69AF35A2BBA3}"/>
              </a:ext>
            </a:extLst>
          </p:cNvPr>
          <p:cNvSpPr txBox="1"/>
          <p:nvPr/>
        </p:nvSpPr>
        <p:spPr>
          <a:xfrm>
            <a:off x="5821680" y="2254581"/>
            <a:ext cx="1584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MEET 1</a:t>
            </a:r>
          </a:p>
          <a:p>
            <a:pPr algn="ctr"/>
            <a:r>
              <a:rPr lang="en-IN" dirty="0"/>
              <a:t>04-01-2026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6CAB61-FC15-5AFC-7AD5-4BAA325101A2}"/>
              </a:ext>
            </a:extLst>
          </p:cNvPr>
          <p:cNvSpPr txBox="1"/>
          <p:nvPr/>
        </p:nvSpPr>
        <p:spPr>
          <a:xfrm>
            <a:off x="1701800" y="4887851"/>
            <a:ext cx="1569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MEET 2</a:t>
            </a:r>
          </a:p>
          <a:p>
            <a:pPr algn="ctr"/>
            <a:r>
              <a:rPr lang="en-IN" dirty="0"/>
              <a:t>06-01-2026</a:t>
            </a:r>
          </a:p>
        </p:txBody>
      </p:sp>
    </p:spTree>
    <p:extLst>
      <p:ext uri="{BB962C8B-B14F-4D97-AF65-F5344CB8AC3E}">
        <p14:creationId xmlns:p14="http://schemas.microsoft.com/office/powerpoint/2010/main" val="10410846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93</TotalTime>
  <Words>159</Words>
  <Application>Microsoft Office PowerPoint</Application>
  <PresentationFormat>On-screen Show (4:3)</PresentationFormat>
  <Paragraphs>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Tw Cen MT</vt:lpstr>
      <vt:lpstr>Circuit</vt:lpstr>
      <vt:lpstr>ANALYSIS</vt:lpstr>
      <vt:lpstr>Team</vt:lpstr>
      <vt:lpstr>Dataset Overview</vt:lpstr>
      <vt:lpstr>Project Overview</vt:lpstr>
      <vt:lpstr>Objectives</vt:lpstr>
      <vt:lpstr>Top selling product</vt:lpstr>
      <vt:lpstr>Product return distribution</vt:lpstr>
      <vt:lpstr>Revenue Distribution on product categories</vt:lpstr>
      <vt:lpstr>KEY INSIGHTS</vt:lpstr>
      <vt:lpstr>Tools &amp; Technologies</vt:lpstr>
      <vt:lpstr>SQL Concepts Used</vt:lpstr>
      <vt:lpstr>Challenges Faced</vt:lpstr>
      <vt:lpstr>Conclusion</vt:lpstr>
      <vt:lpstr>Efforts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Prerit masih</cp:lastModifiedBy>
  <cp:revision>3</cp:revision>
  <dcterms:created xsi:type="dcterms:W3CDTF">2013-01-27T09:14:16Z</dcterms:created>
  <dcterms:modified xsi:type="dcterms:W3CDTF">2026-01-07T13:27:31Z</dcterms:modified>
  <cp:category/>
</cp:coreProperties>
</file>